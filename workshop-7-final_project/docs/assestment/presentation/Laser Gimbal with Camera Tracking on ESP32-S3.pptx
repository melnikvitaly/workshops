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hyperlink" Target="https://youtu.be/ivoaDATIsoo" TargetMode="Externa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6" Type="http://schemas.openxmlformats.org/officeDocument/2006/relationships/hyperlink" Target="https://github.com/melnikvitaly/workshops/blob/main/workshop-7-final_project/firmware/aim/src/main.cpp#L161-L171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
<Relationship Id="rId5" Type="http://schemas.openxmlformats.org/officeDocument/2006/relationships/hyperlink" Target="https://github.com/melnikvitaly/workshops/blob/main/workshop-7-final_project/firmware/aim/src/tasks/Ctrl.hpp#L208" TargetMode="External"/><Relationship Id="rId6" Type="http://schemas.openxmlformats.org/officeDocument/2006/relationships/hyperlink" Target="https://github.com/melnikvitaly/workshops/blob/main/workshop-7-final_project/firmware/aim/src/parts/AutoPositionalChannel.hpp#L16" TargetMode="External"/><Relationship Id="rId7" Type="http://schemas.openxmlformats.org/officeDocument/2006/relationships/hyperlink" Target="https://github.com/melnikvitaly/workshops/blob/main/workshop-7-final_project/firmware/aim/src/parts/AutoVelocityEquationChannel.hpp#L23" TargetMode="External"/><Relationship Id="rId8" Type="http://schemas.openxmlformats.org/officeDocument/2006/relationships/hyperlink" Target="https://github.com/melnikvitaly/workshops/blob/main/workshop-7-final_project/firmware/aim/src/parts/ManualChannel.hpp#L12" TargetMode="External"/><Relationship Id="rId9" Type="http://schemas.openxmlformats.org/officeDocument/2006/relationships/hyperlink" Target="https://github.com/melnikvitaly/workshops/blob/main/workshop-7-final_project/firmware/aim/src/parts/NoneChannel.hpp#L9" TargetMode="External"/><Relationship Id="rId10" Type="http://schemas.openxmlformats.org/officeDocument/2006/relationships/hyperlink" Target="https://github.com/melnikvitaly/workshops/blob/main/workshop-7-final_project/firmware/aim/src/parts/Gimbal.hpp#L84" TargetMode="External"/><Relationship Id="rId11" Type="http://schemas.openxmlformats.org/officeDocument/2006/relationships/hyperlink" Target="https://github.com/melnikvitaly/workshops/blob/main/workshop-7-final_project/eye/camera/dots.py#L450-L467" TargetMode="External"/><Relationship Id="rId12" Type="http://schemas.openxmlformats.org/officeDocument/2006/relationships/hyperlink" Target="https://github.com/melnikvitaly/workshops/blob/main/workshop-7-final_project/firmware/aim/src/ipc/LogQueue.hpp#L27" TargetMode="External"/><Relationship Id="rId13" Type="http://schemas.openxmlformats.org/officeDocument/2006/relationships/hyperlink" Target="https://github.com/melnikvitaly/workshops/blob/main/workshop-7-final_project/firmware/aim/src/parts/ZoneTour.hpp#L18" TargetMode="External"/><Relationship Id="rId14" Type="http://schemas.openxmlformats.org/officeDocument/2006/relationships/hyperlink" Target="https://github.com/melnikvitaly/workshops/blob/main/workshop-7-final_project/firmware/aim/src/transport/Protocol.hpp#L129" TargetMode="External"/><Relationship Id="rId15" Type="http://schemas.openxmlformats.org/officeDocument/2006/relationships/hyperlink" Target="https://github.com/melnikvitaly/workshops/blob/main/workshop-7-final_project/firmware/aim/src/tasks/LinkUart.hpp#L66-L98" TargetMode="External"/><Relationship Id="rId16" Type="http://schemas.openxmlformats.org/officeDocument/2006/relationships/hyperlink" Target="https://github.com/melnikvitaly/workshops/blob/main/workshop-7-final_project/firmware/aim/src/utils/Crc8.hpp#L13" TargetMode="External"/><Relationship Id="rId17" Type="http://schemas.openxmlformats.org/officeDocument/2006/relationships/hyperlink" Target="https://github.com/melnikvitaly/workshops/blob/main/workshop-7-final_project/firmware/aim/src/utils/PositionalPid.hpp#L100-L122" TargetMode="External"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
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transport/Protocol.hpp#L120-L123" TargetMode="External"/><Relationship Id="rId9" Type="http://schemas.openxmlformats.org/officeDocument/2006/relationships/hyperlink" Target="https://github.com/melnikvitaly/workshops/blob/main/workshop-7-final_project/firmware/aim/src/Config.hpp#L71-L76" TargetMode="External"/><Relationship Id="rId10" Type="http://schemas.openxmlformats.org/officeDocument/2006/relationships/hyperlink" Target="https://github.com/melnikvitaly/workshops/blob/main/workshop-7-final_project/firmware/aim/src/parts/ZoneTour.hpp#L18" TargetMode="External"/><Relationship Id="rId11" Type="http://schemas.openxmlformats.org/officeDocument/2006/relationships/hyperlink" Target="https://github.com/melnikvitaly/workshops/blob/main/workshop-7-final_project/eye/camera/serial_link.py#L448-L449" TargetMode="External"/><Relationship Id="rId12" Type="http://schemas.openxmlformats.org/officeDocument/2006/relationships/hyperlink" Target="https://github.com/melnikvitaly/workshops/blob/main/workshop-7-final_project/eye/camera/tuning.py#L65" TargetMode="External"/><Relationship Id="rId13" Type="http://schemas.openxmlformats.org/officeDocument/2006/relationships/hyperlink" Target="https://github.com/melnikvitaly/workshops/blob/main/workshop-7-final_project/eye/camera/dots.py#L243" TargetMode="External"/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
<Relationship Id="rId7" Type="http://schemas.openxmlformats.org/officeDocument/2006/relationships/hyperlink" Target="https://github.com/melnikvitaly/workshops/blob/main/workshop-7-final_project/firmware/aim/src/transport/Protocol.hpp#L184-L188" TargetMode="External"/><Relationship Id="rId8" Type="http://schemas.openxmlformats.org/officeDocument/2006/relationships/hyperlink" Target="https://github.com/melnikvitaly/workshops/blob/main/workshop-7-final_project/firmware/aim/src/Pinout.hpp#L39" TargetMode="External"/><Relationship Id="rId9" Type="http://schemas.openxmlformats.org/officeDocument/2006/relationships/hyperlink" Target="https://github.com/melnikvitaly/workshops/blob/main/workshop-7-final_project/firmware/aim/src/drivers/Relay.hpp#L17" TargetMode="External"/><Relationship Id="rId10" Type="http://schemas.openxmlformats.org/officeDocument/2006/relationships/hyperlink" Target="https://github.com/melnikvitaly/workshops/blob/main/workshop-7-final_project/firmware/aim/src/tasks/Logger.hpp#L29" TargetMode="External"/><Relationship Id="rId11" Type="http://schemas.openxmlformats.org/officeDocument/2006/relationships/hyperlink" Target="https://github.com/melnikvitaly/workshops/blob/main/workshop-7-final_project/firmware/aim/src/ipc/LogQueue.hpp#L27" TargetMode="External"/><Relationship Id="rId12" Type="http://schemas.openxmlformats.org/officeDocument/2006/relationships/hyperlink" Target="https://github.com/melnikvitaly/workshops/blob/main/workshop-7-final_project/eye/camera/serial_link.py#L453-L455" TargetMode="External"/><Relationship Id="rId13" Type="http://schemas.openxmlformats.org/officeDocument/2006/relationships/hyperlink" Target="https://github.com/melnikvitaly/workshops/blob/main/workshop-7-final_project/eye/camera/recenter.py#L52-L59" TargetMode="External"/><Relationship Id="rId14" Type="http://schemas.openxmlformats.org/officeDocument/2006/relationships/hyperlink" Target="https://github.com/melnikvitaly/workshops/blob/main/workshop-7-final_project/eye/camera/tracker.py#L73-L78" TargetMode="External"/><Relationship Id="rId15" Type="http://schemas.openxmlformats.org/officeDocument/2006/relationships/hyperlink" Target="https://github.com/melnikvitaly/workshops/blob/main/workshop-7-final_project/eye/camera/speed.py#L50" TargetMode="External"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youtu.be/ivoaDATIsoo" TargetMode="External"/><Relationship Id="rId7" Type="http://schemas.openxmlformats.org/officeDocument/2006/relationships/image" Target="../media/image13.png"/><Relationship Id="rId8" Type="http://schemas.openxmlformats.org/officeDocument/2006/relationships/hyperlink" Target="https://github.com/melnikvitaly/workshops/blob/main/workshop-7-final_project/docs/assestment/logs_example/esp.log" TargetMode="External"/><Relationship Id="rId9" Type="http://schemas.openxmlformats.org/officeDocument/2006/relationships/hyperlink" Target="https://github.com/melnikvitaly/workshops/blob/main/workshop-7-final_project/docs/assestment/logs_example/tracker.log" TargetMode="Externa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660312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Гімбал з лазером (AIM)" descr="Фото гімбала AIM з лазерним модулем"/>
          <p:cNvSpPr/>
          <p:nvPr/>
        </p:nvSpPr>
        <p:spPr>
          <a:xfrm>
            <a:off x="7828442" y="812880"/>
            <a:ext cx="3438236" cy="2737120"/>
          </a:xfrm>
          <a:prstGeom prst="roundRect">
            <a:avLst>
              <a:gd name="adj" fmla="val 5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Вікно eye-app" descr="Знімок екрана застосунку eye-app"/>
          <p:cNvSpPr/>
          <p:nvPr/>
        </p:nvSpPr>
        <p:spPr>
          <a:xfrm>
            <a:off x="7862310" y="3700000"/>
            <a:ext cx="2190500" cy="1300000"/>
          </a:xfrm>
          <a:prstGeom prst="roundRect">
            <a:avLst>
              <a:gd name="adj" fmla="val 5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QR відео-демо" descr="QR-код на відео-демонстрацію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2810" y="3700000"/>
            <a:ext cx="1030000" cy="103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33" name="Підпис QR"/>
          <p:cNvSpPr/>
          <p:nvPr/>
        </p:nvSpPr>
        <p:spPr>
          <a:xfrm>
            <a:off x="10202810" y="4770000"/>
            <a:ext cx="1030000" cy="2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/>
            <a:r>
              <a:rPr lang="en-US" sz="900" b="1" u="none" strike="noStrike">
                <a:solidFill>
                  <a:srgbClr val="FF0000"/>
                </a:solidFill>
                <a:effectLst/>
                <a:uFillTx/>
                <a:latin typeface="Nunito Sans"/>
                <a:ea typeface="Nunito Sans"/>
                <a:hlinkClick r:id="rId7"/>
              </a:rPr>
              <a:t>Video Demo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Підпис колажу"/>
          <p:cNvSpPr/>
          <p:nvPr/>
        </p:nvSpPr>
        <p:spPr>
          <a:xfrm>
            <a:off x="7716000" y="5050080"/>
            <a:ext cx="3663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гімбал AIM з лазером і вікно eye-app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7;p6"/>
          <p:cNvSpPr/>
          <p:nvPr/>
        </p:nvSpPr>
        <p:spPr>
          <a:xfrm>
            <a:off x="7112280" y="5647680"/>
            <a:ext cx="426684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8;p6"/>
          <p:cNvSpPr/>
          <p:nvPr/>
        </p:nvSpPr>
        <p:spPr>
          <a:xfrm>
            <a:off x="7264560" y="5736600"/>
            <a:ext cx="3916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Watchdog: ~1с →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panic-reset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канал → NONE.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main.cpp:161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409512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480"/>
                <a:gridCol w="115000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20000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Ctrl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AutoPositional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AutoVelocityEq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Manual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Gimbal.hpp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dots.py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LogQueue.hpp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ZoneTour.hpp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Protocol.hpp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LinkUart.hpp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Crc8.hpp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Анти-windup: умовне інтегрування + обмеження інтегральної складової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Інтеграл накопичується лише коли це не заглиблює вже насичений вихід далі в упор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PositionalPid.hpp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Config.hpp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ZoneTour.hpp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tuning.py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Pinout.hpp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Relay.hpp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Logger.hpp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LogQueue.hpp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recenter.py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tracker.py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speed.py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8"/>
              </a:rPr>
              <a:t>esp.log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9"/>
              </a:rPr>
              <a:t>tracker.log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Video Demo Button">
            <a:hlinkClick r:id="rId6"/>
          </p:cNvPr>
          <p:cNvSpPr/>
          <p:nvPr/>
        </p:nvSpPr>
        <p:spPr>
          <a:xfrm>
            <a:off x="8779120" y="772380"/>
            <a:ext cx="2600000" cy="42048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00" dir="5400000" dist="2000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720" rIns="90000" bIns="45720" anchor="ctr">
            <a:noAutofit/>
          </a:bodyPr>
          <a:p>
            <a:pPr algn="ctr"/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unito Sans"/>
                <a:ea typeface="Nunito Sans"/>
                <a:hlinkClick r:id="rId6"/>
              </a:rPr>
              <a:t>► Video Demo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Video Demo QR" descr="QR code linking to the video demo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7680" y="742620"/>
            <a:ext cx="480000" cy="48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